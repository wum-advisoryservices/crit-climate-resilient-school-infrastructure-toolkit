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3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DD539-0C3D-4450-8EB4-C19491997C18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0938E-FFA6-4FC7-9145-36CBE9847B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816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1B262-B616-4A5E-A7BD-B15AB7CF23E9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FA63D7-5FCB-45AD-A1BB-58F00C7AA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972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C116E-AE0C-45BE-B5AD-806FA395399A}" type="datetime1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091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F9C80-5566-4453-BAC0-A380077E15EC}" type="datetime1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03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71D35-1C6D-426E-B4A9-C1239986D0AF}" type="datetime1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15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250F-2BC7-473F-B6BD-B358815E4B3C}" type="datetime1">
              <a:rPr lang="en-US" smtClean="0"/>
              <a:t>21-Apr-26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83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43635-CA32-4092-9094-09D0BCDD4032}" type="datetime1">
              <a:rPr lang="en-US" smtClean="0"/>
              <a:t>21-Apr-26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6131A-E827-4657-8B21-391F16CF41F9}" type="datetime1">
              <a:rPr lang="en-US" smtClean="0"/>
              <a:t>21-Apr-26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37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304C1-9A24-485B-9CD4-AAAA52F794F9}" type="datetime1">
              <a:rPr lang="en-US" smtClean="0"/>
              <a:t>21-Apr-26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76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BCD52-DD2A-489F-BF3A-A6C85A9FB7DC}" type="datetime1">
              <a:rPr lang="en-US" smtClean="0"/>
              <a:t>21-Apr-26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63D2-FC86-4E08-B362-C126AF10FE15}" type="datetime1">
              <a:rPr lang="en-US" smtClean="0"/>
              <a:t>21-Apr-26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49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41EC-6BA9-4136-9B28-F8A534BA382C}" type="datetime1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182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4E38B-13B5-42EA-BECB-6BB5640FB7A9}" type="datetime1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5274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00AF6-DF90-40B5-83AF-534B3B17DF20}" type="datetime1">
              <a:rPr lang="en-US" smtClean="0"/>
              <a:t>21-Apr-26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29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8799-0F31-4557-BBAB-44987B4CA2E3}" type="datetime1">
              <a:rPr lang="en-US" smtClean="0"/>
              <a:t>21-Apr-26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4722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06A35-94D2-456A-BA12-DC701DA31DF5}" type="datetime1">
              <a:rPr lang="en-US" smtClean="0"/>
              <a:t>21-Apr-26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11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70E92-C85F-4446-B203-5D0D5C5949CA}" type="datetime1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83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E365-6FC9-4130-ACE1-B3FEB0162B3C}" type="datetime1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5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9272B-F328-4E59-B800-09161392BF7F}" type="datetime1">
              <a:rPr lang="en-US" smtClean="0"/>
              <a:t>21-Apr-26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400" b="1">
                <a:solidFill>
                  <a:srgbClr val="005360"/>
                </a:solidFill>
                <a:latin typeface="Calibri"/>
              </a:rPr>
              <a:t>Climate-Resilient School Infrastructure Toolkit (CRIT)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sz="2400">
                <a:solidFill>
                  <a:srgbClr val="505050"/>
                </a:solidFill>
                <a:latin typeface="Calibri"/>
              </a:rPr>
              <a:t>UNICEF Climate Ventures 2026 Proposal</a:t>
            </a:r>
          </a:p>
          <a:p>
            <a:pPr algn="ctr"/>
            <a:r>
              <a:rPr sz="2400">
                <a:solidFill>
                  <a:srgbClr val="505050"/>
                </a:solidFill>
                <a:latin typeface="Calibri"/>
              </a:rPr>
              <a:t>WUM Advisory Services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309" y="382895"/>
            <a:ext cx="4009303" cy="26728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5360"/>
                </a:solidFill>
                <a:latin typeface="Calibri"/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Climate shocks increasingly disrupt education in Pakistan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Schools are structurally unprepared for floods, heatwaves, storms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Lack of standardized climate-risk assessment tools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Reactive reconstruction instead of preventive resilience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High learning loss and school closure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5360"/>
                </a:solidFill>
                <a:latin typeface="Calibri"/>
              </a:rPr>
              <a:t>Key Impact on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School closures during monsoon and heatwaves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Unsafe classrooms and damaged infrastructure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Disproportionate impact on girls and rural children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Loss of teaching time and learning continuity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5360"/>
                </a:solidFill>
                <a:latin typeface="Calibri"/>
              </a:rPr>
              <a:t>The Solution – CRIT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2925" y="1905000"/>
            <a:ext cx="4185661" cy="4391891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CRIT is an open-source climate-resilient school infrastructure toolkit that enables: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Climate risk screening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Vulnerability scoring system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Modular retrofit packages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Costing + BOQ tools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Training + capacity building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404040"/>
                </a:solidFill>
                <a:latin typeface="Calibri"/>
              </a:rPr>
              <a:t>Monitoring and evaluation system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84473" y="401782"/>
            <a:ext cx="3889954" cy="5832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n-US" sz="2000" i="1" u="sng" dirty="0" smtClean="0">
                <a:solidFill>
                  <a:srgbClr val="00B0F0"/>
                </a:solidFill>
              </a:rPr>
              <a:t>The CRIT Pathway</a:t>
            </a:r>
            <a:endParaRPr lang="en-US" sz="1400" i="1" u="sng" dirty="0" smtClean="0">
              <a:solidFill>
                <a:srgbClr val="00B0F0"/>
              </a:solidFill>
            </a:endParaRP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Climate Risks (Floods, Heat, Storms)</a:t>
            </a: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↓</a:t>
            </a: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        Vulnerable Schools</a:t>
            </a: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↓</a:t>
            </a: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   CRIT Risk Assessment System</a:t>
            </a: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↓</a:t>
            </a: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   Prioritization + Scoring Tool</a:t>
            </a: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↓</a:t>
            </a: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 Modular Climate Retrofit Packages</a:t>
            </a: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↓</a:t>
            </a: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   Safer + Resilient Schools</a:t>
            </a: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↓</a:t>
            </a: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  Reduced Closure + Better Learning</a:t>
            </a: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↓</a:t>
            </a:r>
          </a:p>
          <a:p>
            <a:pPr marL="0" indent="0" algn="ctr">
              <a:buFont typeface="Wingdings 3" charset="2"/>
              <a:buNone/>
            </a:pPr>
            <a:r>
              <a:rPr lang="en-US" sz="1400" dirty="0" smtClean="0">
                <a:solidFill>
                  <a:srgbClr val="00B0F0"/>
                </a:solidFill>
              </a:rPr>
              <a:t>     Education System Resilience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5360"/>
                </a:solidFill>
                <a:latin typeface="Calibri"/>
              </a:rPr>
              <a:t>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Converts climate risk into actionable school-level scores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Links risk directly to standard retrofit packages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Enables low-cost scalable decision-making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Integrates equity + child protection + inclusion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Open-source system for national replication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5360"/>
                </a:solidFill>
                <a:latin typeface="Calibri"/>
              </a:rP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1. Assess school risk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2. Score vulnerability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3. Prioritize intervention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4. Apply modular retrofit package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5. Implement construction upgrades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6. Monitor resilience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5360"/>
                </a:solidFill>
                <a:latin typeface="Calibri"/>
              </a:rPr>
              <a:t>Expected Results (Pilot)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10–20 schools assessed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10–15 schools retrofitted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50+ engineers trained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70% reduction in closure days (pilot schools)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Improved safety and learning continuity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5360"/>
                </a:solidFill>
                <a:latin typeface="Calibri"/>
              </a:rPr>
              <a:t>Scalability &amp;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Standardized toolkit for national replication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Government system integration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Low-cost modular design approach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Community ownership via School Management Committees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Open-source deployment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5360"/>
                </a:solidFill>
                <a:latin typeface="Calibri"/>
              </a:rPr>
              <a:t>Equity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CRIT prioritizes: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Flood-prone rural districts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Girls’ schools affected by mobility barriers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Children with disabilities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Low-income marginalized communities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5360"/>
                </a:solidFill>
                <a:latin typeface="Calibri"/>
              </a:rPr>
              <a:t>Why UNICEF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Pilot validation and field testing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Scaling across high-risk districts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Integration into education systems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Evidence generation for global replication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404040"/>
                </a:solidFill>
                <a:latin typeface="Calibri"/>
              </a:rPr>
              <a:t>CRIT aligns with UNICEF Safe Schools + Climate Resilience priorities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25</TotalTime>
  <Words>348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Wisp</vt:lpstr>
      <vt:lpstr>Climate-Resilient School Infrastructure Toolkit (CRIT)</vt:lpstr>
      <vt:lpstr>The Problem</vt:lpstr>
      <vt:lpstr>Key Impact on Children</vt:lpstr>
      <vt:lpstr>The Solution – CRIT</vt:lpstr>
      <vt:lpstr>Innovation</vt:lpstr>
      <vt:lpstr>How It Works</vt:lpstr>
      <vt:lpstr>Expected Results (Pilot)</vt:lpstr>
      <vt:lpstr>Scalability &amp; Sustainability</vt:lpstr>
      <vt:lpstr>Equity Impact</vt:lpstr>
      <vt:lpstr>Why UNICEF Support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Climate-Resilient School Infrastructure Toolkit (CRIT)</dc:title>
  <dc:subject/>
  <dc:creator/>
  <cp:keywords/>
  <dc:description>generated using python-pptx</dc:description>
  <cp:lastModifiedBy>WAQAS</cp:lastModifiedBy>
  <cp:revision>5</cp:revision>
  <dcterms:created xsi:type="dcterms:W3CDTF">2013-01-27T09:14:16Z</dcterms:created>
  <dcterms:modified xsi:type="dcterms:W3CDTF">2026-04-21T13:35:48Z</dcterms:modified>
  <cp:category/>
</cp:coreProperties>
</file>